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30279975" cx="213868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484">
          <p15:clr>
            <a:srgbClr val="A4A3A4"/>
          </p15:clr>
        </p15:guide>
        <p15:guide id="2" pos="9536">
          <p15:clr>
            <a:srgbClr val="A4A3A4"/>
          </p15:clr>
        </p15:guide>
        <p15:guide id="3" orient="horz" pos="9537">
          <p15:clr>
            <a:srgbClr val="000000"/>
          </p15:clr>
        </p15:guide>
        <p15:guide id="4" pos="6736">
          <p15:clr>
            <a:srgbClr val="000000"/>
          </p15:clr>
        </p15:guide>
      </p15:sldGuideLst>
    </p:ext>
    <p:ext uri="GoogleSlidesCustomDataVersion2">
      <go:slidesCustomData xmlns:go="http://customooxmlschemas.google.com/" r:id="rId7" roundtripDataSignature="AMtx7mj4EtWE2n1SbtgHcgWf0QYgEsb7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484" orient="horz"/>
        <p:guide pos="9536"/>
        <p:guide pos="9537" orient="horz"/>
        <p:guide pos="673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 name="Google Shape;2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3"/>
          <p:cNvSpPr txBox="1"/>
          <p:nvPr>
            <p:ph type="title"/>
          </p:nvPr>
        </p:nvSpPr>
        <p:spPr>
          <a:xfrm>
            <a:off x="1069340" y="1751462"/>
            <a:ext cx="19248120" cy="2017356"/>
          </a:xfrm>
          <a:prstGeom prst="rect">
            <a:avLst/>
          </a:prstGeom>
          <a:noFill/>
          <a:ln>
            <a:noFill/>
          </a:ln>
        </p:spPr>
        <p:txBody>
          <a:bodyPr anchorCtr="0" anchor="ctr" bIns="147600" lIns="295225" spcFirstLastPara="1" rIns="295225" wrap="square" tIns="1476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
          <p:cNvSpPr txBox="1"/>
          <p:nvPr>
            <p:ph idx="1" type="body"/>
          </p:nvPr>
        </p:nvSpPr>
        <p:spPr>
          <a:xfrm>
            <a:off x="1399282" y="5403692"/>
            <a:ext cx="19248120" cy="22215417"/>
          </a:xfrm>
          <a:prstGeom prst="rect">
            <a:avLst/>
          </a:prstGeom>
          <a:noFill/>
          <a:ln>
            <a:noFill/>
          </a:ln>
        </p:spPr>
        <p:txBody>
          <a:bodyPr anchorCtr="0" anchor="t" bIns="147600" lIns="295225" spcFirstLastPara="1" rIns="295225" wrap="square" tIns="1476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 name="Google Shape;19;p3"/>
          <p:cNvSpPr txBox="1"/>
          <p:nvPr>
            <p:ph idx="2" type="body"/>
          </p:nvPr>
        </p:nvSpPr>
        <p:spPr>
          <a:xfrm>
            <a:off x="9024150" y="3875572"/>
            <a:ext cx="11623252" cy="932242"/>
          </a:xfrm>
          <a:prstGeom prst="rect">
            <a:avLst/>
          </a:prstGeom>
          <a:noFill/>
          <a:ln>
            <a:noFill/>
          </a:ln>
        </p:spPr>
        <p:txBody>
          <a:bodyPr anchorCtr="0" anchor="t" bIns="147600" lIns="295225" spcFirstLastPara="1" rIns="295225" wrap="square" tIns="147600">
            <a:normAutofit/>
          </a:bodyPr>
          <a:lstStyle>
            <a:lvl1pPr indent="-228600" lvl="0" marL="457200" algn="r">
              <a:lnSpc>
                <a:spcPct val="100000"/>
              </a:lnSpc>
              <a:spcBef>
                <a:spcPts val="760"/>
              </a:spcBef>
              <a:spcAft>
                <a:spcPts val="0"/>
              </a:spcAft>
              <a:buClr>
                <a:srgbClr val="FFFFFF"/>
              </a:buClr>
              <a:buSzPts val="3800"/>
              <a:buNone/>
              <a:defRPr sz="3800">
                <a:solidFill>
                  <a:srgbClr val="FFFFFF"/>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C:\Dokumenty\!PL_Zajecia_2025_2026\CITS\logoSS\cits-logo-czarny na przezroczystym tle 26 rok.png" id="20" name="Google Shape;20;p3"/>
          <p:cNvPicPr preferRelativeResize="0"/>
          <p:nvPr/>
        </p:nvPicPr>
        <p:blipFill rotWithShape="1">
          <a:blip r:embed="rId2">
            <a:alphaModFix/>
          </a:blip>
          <a:srcRect b="0" l="0" r="0" t="0"/>
          <a:stretch/>
        </p:blipFill>
        <p:spPr>
          <a:xfrm>
            <a:off x="2231237" y="28666905"/>
            <a:ext cx="3368760" cy="84025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069340" y="1751462"/>
            <a:ext cx="19248120" cy="2017356"/>
          </a:xfrm>
          <a:prstGeom prst="rect">
            <a:avLst/>
          </a:prstGeom>
          <a:noFill/>
          <a:ln>
            <a:noFill/>
          </a:ln>
        </p:spPr>
        <p:txBody>
          <a:bodyPr anchorCtr="0" anchor="ctr" bIns="147600" lIns="295225" spcFirstLastPara="1" rIns="295225" wrap="square" tIns="147600">
            <a:normAutofit/>
          </a:bodyPr>
          <a:lstStyle>
            <a:lvl1pPr lvl="0" marR="0" rtl="0" algn="ctr">
              <a:lnSpc>
                <a:spcPct val="100000"/>
              </a:lnSpc>
              <a:spcBef>
                <a:spcPts val="0"/>
              </a:spcBef>
              <a:spcAft>
                <a:spcPts val="0"/>
              </a:spcAft>
              <a:buClr>
                <a:schemeClr val="dk1"/>
              </a:buClr>
              <a:buSzPts val="6200"/>
              <a:buFont typeface="Calibri"/>
              <a:buNone/>
              <a:defRPr b="1" i="0" sz="6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1399282" y="5403692"/>
            <a:ext cx="19248120" cy="22215417"/>
          </a:xfrm>
          <a:prstGeom prst="rect">
            <a:avLst/>
          </a:prstGeom>
          <a:noFill/>
          <a:ln>
            <a:noFill/>
          </a:ln>
        </p:spPr>
        <p:txBody>
          <a:bodyPr anchorCtr="0" anchor="t" bIns="147600" lIns="295225" spcFirstLastPara="1" rIns="295225" wrap="square" tIns="147600">
            <a:normAutofit/>
          </a:bodyPr>
          <a:lstStyle>
            <a:lvl1pPr indent="-552450" lvl="0" marL="457200" marR="0" rtl="0" algn="l">
              <a:lnSpc>
                <a:spcPct val="100000"/>
              </a:lnSpc>
              <a:spcBef>
                <a:spcPts val="1020"/>
              </a:spcBef>
              <a:spcAft>
                <a:spcPts val="0"/>
              </a:spcAft>
              <a:buClr>
                <a:schemeClr val="dk1"/>
              </a:buClr>
              <a:buSzPts val="5100"/>
              <a:buFont typeface="Arial"/>
              <a:buChar char="•"/>
              <a:defRPr b="0" i="0" sz="5100" u="none" cap="none" strike="noStrike">
                <a:solidFill>
                  <a:schemeClr val="dk1"/>
                </a:solidFill>
                <a:latin typeface="Calibri"/>
                <a:ea typeface="Calibri"/>
                <a:cs typeface="Calibri"/>
                <a:sym typeface="Calibri"/>
              </a:defRPr>
            </a:lvl1pPr>
            <a:lvl2pPr indent="-527050" lvl="1" marL="914400" marR="0" rtl="0" algn="l">
              <a:lnSpc>
                <a:spcPct val="100000"/>
              </a:lnSpc>
              <a:spcBef>
                <a:spcPts val="940"/>
              </a:spcBef>
              <a:spcAft>
                <a:spcPts val="0"/>
              </a:spcAft>
              <a:buClr>
                <a:schemeClr val="dk1"/>
              </a:buClr>
              <a:buSzPts val="4700"/>
              <a:buFont typeface="Arial"/>
              <a:buChar char="–"/>
              <a:defRPr b="0" i="0" sz="4700" u="none" cap="none" strike="noStrike">
                <a:solidFill>
                  <a:schemeClr val="dk1"/>
                </a:solidFill>
                <a:latin typeface="Calibri"/>
                <a:ea typeface="Calibri"/>
                <a:cs typeface="Calibri"/>
                <a:sym typeface="Calibri"/>
              </a:defRPr>
            </a:lvl2pPr>
            <a:lvl3pPr indent="-495300" lvl="2" marL="1371600" marR="0" rtl="0" algn="l">
              <a:lnSpc>
                <a:spcPct val="100000"/>
              </a:lnSpc>
              <a:spcBef>
                <a:spcPts val="84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3pPr>
            <a:lvl4pPr indent="-469900" lvl="3" marL="1828800" marR="0" rtl="0" algn="l">
              <a:lnSpc>
                <a:spcPct val="100000"/>
              </a:lnSpc>
              <a:spcBef>
                <a:spcPts val="760"/>
              </a:spcBef>
              <a:spcAft>
                <a:spcPts val="0"/>
              </a:spcAft>
              <a:buClr>
                <a:schemeClr val="dk1"/>
              </a:buClr>
              <a:buSzPts val="3800"/>
              <a:buFont typeface="Arial"/>
              <a:buChar char="–"/>
              <a:defRPr b="0" i="0" sz="3800" u="none" cap="none" strike="noStrike">
                <a:solidFill>
                  <a:schemeClr val="dk1"/>
                </a:solidFill>
                <a:latin typeface="Calibri"/>
                <a:ea typeface="Calibri"/>
                <a:cs typeface="Calibri"/>
                <a:sym typeface="Calibri"/>
              </a:defRPr>
            </a:lvl4pPr>
            <a:lvl5pPr indent="-469900" lvl="4" marL="2286000" marR="0" rtl="0" algn="l">
              <a:lnSpc>
                <a:spcPct val="100000"/>
              </a:lnSpc>
              <a:spcBef>
                <a:spcPts val="760"/>
              </a:spcBef>
              <a:spcAft>
                <a:spcPts val="0"/>
              </a:spcAft>
              <a:buClr>
                <a:schemeClr val="dk1"/>
              </a:buClr>
              <a:buSzPts val="3800"/>
              <a:buFont typeface="Arial"/>
              <a:buChar char="»"/>
              <a:defRPr b="0" i="0" sz="3800" u="none" cap="none" strike="noStrike">
                <a:solidFill>
                  <a:schemeClr val="dk1"/>
                </a:solidFill>
                <a:latin typeface="Calibri"/>
                <a:ea typeface="Calibri"/>
                <a:cs typeface="Calibri"/>
                <a:sym typeface="Calibri"/>
              </a:defRPr>
            </a:lvl5pPr>
            <a:lvl6pPr indent="-635000" lvl="5" marL="2743200" marR="0" rtl="0" algn="l">
              <a:lnSpc>
                <a:spcPct val="100000"/>
              </a:lnSpc>
              <a:spcBef>
                <a:spcPts val="128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6pPr>
            <a:lvl7pPr indent="-635000" lvl="6" marL="3200400" marR="0" rtl="0" algn="l">
              <a:lnSpc>
                <a:spcPct val="100000"/>
              </a:lnSpc>
              <a:spcBef>
                <a:spcPts val="128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7pPr>
            <a:lvl8pPr indent="-635000" lvl="7" marL="3657600" marR="0" rtl="0" algn="l">
              <a:lnSpc>
                <a:spcPct val="100000"/>
              </a:lnSpc>
              <a:spcBef>
                <a:spcPts val="128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8pPr>
            <a:lvl9pPr indent="-635000" lvl="8" marL="4114800" marR="0" rtl="0" algn="l">
              <a:lnSpc>
                <a:spcPct val="100000"/>
              </a:lnSpc>
              <a:spcBef>
                <a:spcPts val="128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9pPr>
          </a:lstStyle>
          <a:p/>
        </p:txBody>
      </p:sp>
      <p:sp>
        <p:nvSpPr>
          <p:cNvPr id="8" name="Google Shape;8;p2"/>
          <p:cNvSpPr/>
          <p:nvPr/>
        </p:nvSpPr>
        <p:spPr>
          <a:xfrm flipH="1">
            <a:off x="550017" y="319134"/>
            <a:ext cx="20478534" cy="1371577"/>
          </a:xfrm>
          <a:prstGeom prst="parallelogram">
            <a:avLst>
              <a:gd fmla="val 25000" name="adj"/>
            </a:avLst>
          </a:prstGeom>
          <a:solidFill>
            <a:srgbClr val="366092"/>
          </a:solidFill>
          <a:ln>
            <a:noFill/>
          </a:ln>
          <a:effectLst>
            <a:outerShdw blurRad="40000" rotWithShape="0" dir="5400000" dist="23000">
              <a:srgbClr val="000000">
                <a:alpha val="34901"/>
              </a:srgbClr>
            </a:outerShdw>
          </a:effectLst>
        </p:spPr>
        <p:txBody>
          <a:bodyPr anchorCtr="0" anchor="ctr" bIns="32300" lIns="64625" spcFirstLastPara="1" rIns="64625" wrap="square" tIns="32300">
            <a:noAutofit/>
          </a:bodyPr>
          <a:lstStyle/>
          <a:p>
            <a:pPr indent="0" lvl="0" marL="0" marR="0" rtl="0" algn="ctr">
              <a:lnSpc>
                <a:spcPct val="100000"/>
              </a:lnSpc>
              <a:spcBef>
                <a:spcPts val="0"/>
              </a:spcBef>
              <a:spcAft>
                <a:spcPts val="0"/>
              </a:spcAft>
              <a:buClr>
                <a:srgbClr val="000000"/>
              </a:buClr>
              <a:buSzPts val="5800"/>
              <a:buFont typeface="Arial"/>
              <a:buNone/>
            </a:pPr>
            <a:r>
              <a:t/>
            </a:r>
            <a:endParaRPr b="0" i="0" sz="5800" u="none" cap="none" strike="noStrike">
              <a:solidFill>
                <a:schemeClr val="lt1"/>
              </a:solidFill>
              <a:latin typeface="Calibri"/>
              <a:ea typeface="Calibri"/>
              <a:cs typeface="Calibri"/>
              <a:sym typeface="Calibri"/>
            </a:endParaRPr>
          </a:p>
        </p:txBody>
      </p:sp>
      <p:sp>
        <p:nvSpPr>
          <p:cNvPr id="9" name="Google Shape;9;p2"/>
          <p:cNvSpPr txBox="1"/>
          <p:nvPr/>
        </p:nvSpPr>
        <p:spPr>
          <a:xfrm>
            <a:off x="545037" y="354920"/>
            <a:ext cx="20102366" cy="761612"/>
          </a:xfrm>
          <a:prstGeom prst="rect">
            <a:avLst/>
          </a:prstGeom>
          <a:noFill/>
          <a:ln>
            <a:noFill/>
          </a:ln>
        </p:spPr>
        <p:txBody>
          <a:bodyPr anchorCtr="0" anchor="t" bIns="140900" lIns="281800" spcFirstLastPara="1" rIns="281800" wrap="square" tIns="140900">
            <a:spAutoFit/>
          </a:bodyPr>
          <a:lstStyle/>
          <a:p>
            <a:pPr indent="0" lvl="0" marL="0" marR="0" rtl="0" algn="l">
              <a:lnSpc>
                <a:spcPct val="100000"/>
              </a:lnSpc>
              <a:spcBef>
                <a:spcPts val="0"/>
              </a:spcBef>
              <a:spcAft>
                <a:spcPts val="0"/>
              </a:spcAft>
              <a:buClr>
                <a:srgbClr val="000000"/>
              </a:buClr>
              <a:buSzPts val="3100"/>
              <a:buFont typeface="Arial"/>
              <a:buNone/>
            </a:pPr>
            <a:r>
              <a:rPr b="0" i="0" lang="en-US" sz="3100" u="none" cap="none" strike="noStrike">
                <a:solidFill>
                  <a:schemeClr val="lt1"/>
                </a:solidFill>
                <a:latin typeface="Calibri"/>
                <a:ea typeface="Calibri"/>
                <a:cs typeface="Calibri"/>
                <a:sym typeface="Calibri"/>
              </a:rPr>
              <a:t>International Conference on Computational Intelligence, Information Technology and Systems Research</a:t>
            </a:r>
            <a:endParaRPr b="0" i="0" sz="3100" u="none" cap="none" strike="noStrike">
              <a:solidFill>
                <a:schemeClr val="lt1"/>
              </a:solidFill>
              <a:latin typeface="Calibri"/>
              <a:ea typeface="Calibri"/>
              <a:cs typeface="Calibri"/>
              <a:sym typeface="Calibri"/>
            </a:endParaRPr>
          </a:p>
        </p:txBody>
      </p:sp>
      <p:sp>
        <p:nvSpPr>
          <p:cNvPr id="10" name="Google Shape;10;p2"/>
          <p:cNvSpPr txBox="1"/>
          <p:nvPr/>
        </p:nvSpPr>
        <p:spPr>
          <a:xfrm>
            <a:off x="6628672" y="906089"/>
            <a:ext cx="5489566" cy="715445"/>
          </a:xfrm>
          <a:prstGeom prst="rect">
            <a:avLst/>
          </a:prstGeom>
          <a:noFill/>
          <a:ln>
            <a:noFill/>
          </a:ln>
        </p:spPr>
        <p:txBody>
          <a:bodyPr anchorCtr="0" anchor="t" bIns="140900" lIns="281800" spcFirstLastPara="1" rIns="281800" wrap="square" tIns="140900">
            <a:spAutoFit/>
          </a:bodyPr>
          <a:lstStyle/>
          <a:p>
            <a:pPr indent="0" lvl="0" marL="0" marR="0" rtl="0" algn="l">
              <a:lnSpc>
                <a:spcPct val="100000"/>
              </a:lnSpc>
              <a:spcBef>
                <a:spcPts val="0"/>
              </a:spcBef>
              <a:spcAft>
                <a:spcPts val="0"/>
              </a:spcAft>
              <a:buClr>
                <a:schemeClr val="lt1"/>
              </a:buClr>
              <a:buSzPts val="2800"/>
              <a:buFont typeface="Calibri"/>
              <a:buNone/>
            </a:pPr>
            <a:r>
              <a:rPr b="0" i="1" lang="en-US" sz="2800" u="none" cap="none" strike="noStrike">
                <a:solidFill>
                  <a:schemeClr val="lt1"/>
                </a:solidFill>
                <a:latin typeface="Calibri"/>
                <a:ea typeface="Calibri"/>
                <a:cs typeface="Calibri"/>
                <a:sym typeface="Calibri"/>
              </a:rPr>
              <a:t>June  22–24, 2026, Lublin, Poland </a:t>
            </a:r>
            <a:endParaRPr b="0" i="1" sz="2800" u="none" cap="none" strike="noStrike">
              <a:solidFill>
                <a:schemeClr val="lt1"/>
              </a:solidFill>
              <a:latin typeface="Calibri"/>
              <a:ea typeface="Calibri"/>
              <a:cs typeface="Calibri"/>
              <a:sym typeface="Calibri"/>
            </a:endParaRPr>
          </a:p>
        </p:txBody>
      </p:sp>
      <p:sp>
        <p:nvSpPr>
          <p:cNvPr id="11" name="Google Shape;11;p2"/>
          <p:cNvSpPr txBox="1"/>
          <p:nvPr/>
        </p:nvSpPr>
        <p:spPr>
          <a:xfrm>
            <a:off x="-897087" y="-134727"/>
            <a:ext cx="130605" cy="957821"/>
          </a:xfrm>
          <a:prstGeom prst="rect">
            <a:avLst/>
          </a:prstGeom>
          <a:noFill/>
          <a:ln>
            <a:noFill/>
          </a:ln>
        </p:spPr>
        <p:txBody>
          <a:bodyPr anchorCtr="0" anchor="t" bIns="32300" lIns="64625" spcFirstLastPara="1" rIns="64625" wrap="square" tIns="32300">
            <a:spAutoFit/>
          </a:bodyPr>
          <a:lstStyle/>
          <a:p>
            <a:pPr indent="0" lvl="0" marL="0" marR="0" rtl="0" algn="l">
              <a:lnSpc>
                <a:spcPct val="100000"/>
              </a:lnSpc>
              <a:spcBef>
                <a:spcPts val="0"/>
              </a:spcBef>
              <a:spcAft>
                <a:spcPts val="0"/>
              </a:spcAft>
              <a:buClr>
                <a:srgbClr val="000000"/>
              </a:buClr>
              <a:buSzPts val="5800"/>
              <a:buFont typeface="Arial"/>
              <a:buNone/>
            </a:pPr>
            <a:r>
              <a:t/>
            </a:r>
            <a:endParaRPr b="0" i="0" sz="5800" u="none" cap="none" strike="noStrike">
              <a:solidFill>
                <a:schemeClr val="dk1"/>
              </a:solidFill>
              <a:latin typeface="Calibri"/>
              <a:ea typeface="Calibri"/>
              <a:cs typeface="Calibri"/>
              <a:sym typeface="Calibri"/>
            </a:endParaRPr>
          </a:p>
        </p:txBody>
      </p:sp>
      <p:sp>
        <p:nvSpPr>
          <p:cNvPr id="12" name="Google Shape;12;p2"/>
          <p:cNvSpPr/>
          <p:nvPr/>
        </p:nvSpPr>
        <p:spPr>
          <a:xfrm flipH="1">
            <a:off x="486427" y="3768819"/>
            <a:ext cx="20519851" cy="1128617"/>
          </a:xfrm>
          <a:prstGeom prst="parallelogram">
            <a:avLst>
              <a:gd fmla="val 25000" name="adj"/>
            </a:avLst>
          </a:prstGeom>
          <a:solidFill>
            <a:srgbClr val="366092"/>
          </a:solidFill>
          <a:ln>
            <a:noFill/>
          </a:ln>
        </p:spPr>
        <p:txBody>
          <a:bodyPr anchorCtr="0" anchor="ctr" bIns="32300" lIns="64625" spcFirstLastPara="1" rIns="64625" wrap="square" tIns="32300">
            <a:noAutofit/>
          </a:bodyPr>
          <a:lstStyle/>
          <a:p>
            <a:pPr indent="0" lvl="0" marL="0" marR="0" rtl="0" algn="ctr">
              <a:lnSpc>
                <a:spcPct val="100000"/>
              </a:lnSpc>
              <a:spcBef>
                <a:spcPts val="0"/>
              </a:spcBef>
              <a:spcAft>
                <a:spcPts val="0"/>
              </a:spcAft>
              <a:buClr>
                <a:srgbClr val="000000"/>
              </a:buClr>
              <a:buSzPts val="5800"/>
              <a:buFont typeface="Arial"/>
              <a:buNone/>
            </a:pPr>
            <a:r>
              <a:t/>
            </a:r>
            <a:endParaRPr b="0" i="0" sz="5800" u="none" cap="none" strike="noStrike">
              <a:solidFill>
                <a:schemeClr val="lt1"/>
              </a:solidFill>
              <a:latin typeface="Calibri"/>
              <a:ea typeface="Calibri"/>
              <a:cs typeface="Calibri"/>
              <a:sym typeface="Calibri"/>
            </a:endParaRPr>
          </a:p>
        </p:txBody>
      </p:sp>
      <p:sp>
        <p:nvSpPr>
          <p:cNvPr id="13" name="Google Shape;13;p2"/>
          <p:cNvSpPr/>
          <p:nvPr/>
        </p:nvSpPr>
        <p:spPr>
          <a:xfrm flipH="1">
            <a:off x="545037" y="28378564"/>
            <a:ext cx="1708490" cy="1374956"/>
          </a:xfrm>
          <a:prstGeom prst="parallelogram">
            <a:avLst>
              <a:gd fmla="val 25000" name="adj"/>
            </a:avLst>
          </a:prstGeom>
          <a:solidFill>
            <a:srgbClr val="366092"/>
          </a:solidFill>
          <a:ln cap="flat" cmpd="sng" w="9525">
            <a:solidFill>
              <a:srgbClr val="FFFF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2300" lIns="64625" spcFirstLastPara="1" rIns="64625" wrap="square" tIns="32300">
            <a:noAutofit/>
          </a:bodyPr>
          <a:lstStyle/>
          <a:p>
            <a:pPr indent="0" lvl="0" marL="0" marR="0" rtl="0" algn="ctr">
              <a:lnSpc>
                <a:spcPct val="100000"/>
              </a:lnSpc>
              <a:spcBef>
                <a:spcPts val="0"/>
              </a:spcBef>
              <a:spcAft>
                <a:spcPts val="0"/>
              </a:spcAft>
              <a:buClr>
                <a:srgbClr val="000000"/>
              </a:buClr>
              <a:buSzPts val="5800"/>
              <a:buFont typeface="Arial"/>
              <a:buNone/>
            </a:pPr>
            <a:r>
              <a:t/>
            </a:r>
            <a:endParaRPr b="0" i="0" sz="5800" u="none" cap="none" strike="noStrike">
              <a:solidFill>
                <a:schemeClr val="lt1"/>
              </a:solidFill>
              <a:latin typeface="Calibri"/>
              <a:ea typeface="Calibri"/>
              <a:cs typeface="Calibri"/>
              <a:sym typeface="Calibri"/>
            </a:endParaRPr>
          </a:p>
        </p:txBody>
      </p:sp>
      <p:sp>
        <p:nvSpPr>
          <p:cNvPr id="14" name="Google Shape;14;p2"/>
          <p:cNvSpPr/>
          <p:nvPr/>
        </p:nvSpPr>
        <p:spPr>
          <a:xfrm flipH="1">
            <a:off x="5605841" y="28378564"/>
            <a:ext cx="15400436" cy="1374956"/>
          </a:xfrm>
          <a:prstGeom prst="parallelogram">
            <a:avLst>
              <a:gd fmla="val 25000" name="adj"/>
            </a:avLst>
          </a:prstGeom>
          <a:solidFill>
            <a:srgbClr val="366092"/>
          </a:solidFill>
          <a:ln>
            <a:noFill/>
          </a:ln>
        </p:spPr>
        <p:txBody>
          <a:bodyPr anchorCtr="0" anchor="ctr" bIns="32300" lIns="64625" spcFirstLastPara="1" rIns="64625" wrap="square" tIns="32300">
            <a:no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International Conference on Computational Intelligence, Information Technology and Systems Research</a:t>
            </a:r>
            <a:endParaRPr b="0" i="0" sz="3800" u="none" cap="none" strike="noStrike">
              <a:solidFill>
                <a:schemeClr val="lt1"/>
              </a:solidFill>
              <a:latin typeface="Calibri"/>
              <a:ea typeface="Calibri"/>
              <a:cs typeface="Calibri"/>
              <a:sym typeface="Calibri"/>
            </a:endParaRPr>
          </a:p>
        </p:txBody>
      </p:sp>
      <p:pic>
        <p:nvPicPr>
          <p:cNvPr descr="C:\Dokumenty\!PL_Zajecia_2025_2026\CITS\logoSS\cits-logo-biały na przezroczystym tle 26 rok.png" id="15" name="Google Shape;15;p2"/>
          <p:cNvPicPr preferRelativeResize="0"/>
          <p:nvPr/>
        </p:nvPicPr>
        <p:blipFill rotWithShape="1">
          <a:blip r:embed="rId1">
            <a:alphaModFix/>
          </a:blip>
          <a:srcRect b="0" l="0" r="0" t="0"/>
          <a:stretch/>
        </p:blipFill>
        <p:spPr>
          <a:xfrm>
            <a:off x="17607767" y="604539"/>
            <a:ext cx="3062513" cy="76386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9"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1"/>
          <p:cNvSpPr txBox="1"/>
          <p:nvPr>
            <p:ph type="title"/>
          </p:nvPr>
        </p:nvSpPr>
        <p:spPr>
          <a:xfrm>
            <a:off x="1069350" y="1364572"/>
            <a:ext cx="19248000" cy="2404500"/>
          </a:xfrm>
          <a:prstGeom prst="rect">
            <a:avLst/>
          </a:prstGeom>
          <a:noFill/>
          <a:ln>
            <a:noFill/>
          </a:ln>
        </p:spPr>
        <p:txBody>
          <a:bodyPr anchorCtr="0" anchor="t" bIns="147600" lIns="295225" spcFirstLastPara="1" rIns="295225" wrap="square" tIns="147600">
            <a:normAutofit/>
          </a:bodyPr>
          <a:lstStyle/>
          <a:p>
            <a:pPr indent="0" lvl="0" marL="0" rtl="0" algn="ctr">
              <a:lnSpc>
                <a:spcPct val="80000"/>
              </a:lnSpc>
              <a:spcBef>
                <a:spcPts val="0"/>
              </a:spcBef>
              <a:spcAft>
                <a:spcPts val="0"/>
              </a:spcAft>
              <a:buClr>
                <a:schemeClr val="dk1"/>
              </a:buClr>
              <a:buSzPts val="6200"/>
              <a:buFont typeface="Calibri"/>
              <a:buNone/>
            </a:pPr>
            <a:r>
              <a:rPr baseline="-25000" lang="en-US"/>
              <a:t>Comparative Analysis of Selected Characteristics of Java and Rust</a:t>
            </a:r>
            <a:endParaRPr baseline="-25000"/>
          </a:p>
          <a:p>
            <a:pPr indent="0" lvl="0" marL="0" rtl="0" algn="ctr">
              <a:lnSpc>
                <a:spcPct val="80000"/>
              </a:lnSpc>
              <a:spcBef>
                <a:spcPts val="0"/>
              </a:spcBef>
              <a:spcAft>
                <a:spcPts val="0"/>
              </a:spcAft>
              <a:buClr>
                <a:schemeClr val="dk1"/>
              </a:buClr>
              <a:buSzPts val="6200"/>
              <a:buFont typeface="Calibri"/>
              <a:buNone/>
            </a:pPr>
            <a:r>
              <a:rPr baseline="-25000" lang="en-US"/>
              <a:t>Based on Programs Implementing Equivalent Functionalities</a:t>
            </a:r>
            <a:endParaRPr baseline="-25000"/>
          </a:p>
        </p:txBody>
      </p:sp>
      <p:sp>
        <p:nvSpPr>
          <p:cNvPr id="26" name="Google Shape;26;p1"/>
          <p:cNvSpPr txBox="1"/>
          <p:nvPr>
            <p:ph idx="2" type="body"/>
          </p:nvPr>
        </p:nvSpPr>
        <p:spPr>
          <a:xfrm>
            <a:off x="9024150" y="3768825"/>
            <a:ext cx="11623200" cy="1417200"/>
          </a:xfrm>
          <a:prstGeom prst="rect">
            <a:avLst/>
          </a:prstGeom>
          <a:noFill/>
          <a:ln>
            <a:noFill/>
          </a:ln>
        </p:spPr>
        <p:txBody>
          <a:bodyPr anchorCtr="0" anchor="t" bIns="147600" lIns="295225" spcFirstLastPara="1" rIns="295225" wrap="square" tIns="147600">
            <a:normAutofit lnSpcReduction="20000"/>
          </a:bodyPr>
          <a:lstStyle/>
          <a:p>
            <a:pPr indent="0" lvl="0" marL="0" rtl="0" algn="r">
              <a:lnSpc>
                <a:spcPct val="100000"/>
              </a:lnSpc>
              <a:spcBef>
                <a:spcPts val="0"/>
              </a:spcBef>
              <a:spcAft>
                <a:spcPts val="0"/>
              </a:spcAft>
              <a:buClr>
                <a:srgbClr val="FFFFFF"/>
              </a:buClr>
              <a:buSzPts val="3800"/>
              <a:buNone/>
            </a:pPr>
            <a:r>
              <a:rPr lang="en-US" sz="3750"/>
              <a:t>Karol Mac, Łukasz Gałka </a:t>
            </a:r>
            <a:br>
              <a:rPr lang="en-US"/>
            </a:br>
            <a:r>
              <a:rPr lang="en-US" sz="1900"/>
              <a:t>Department of Computer Science, Lublin University of Technology</a:t>
            </a:r>
            <a:br>
              <a:rPr lang="en-US" sz="1900"/>
            </a:br>
            <a:r>
              <a:rPr lang="en-US" sz="1900"/>
              <a:t>s99058@pollub.edu.pl, l.galka@pollub.pl</a:t>
            </a:r>
            <a:endParaRPr sz="1900"/>
          </a:p>
          <a:p>
            <a:pPr indent="0" lvl="0" marL="0" rtl="0" algn="r">
              <a:lnSpc>
                <a:spcPct val="100000"/>
              </a:lnSpc>
              <a:spcBef>
                <a:spcPts val="0"/>
              </a:spcBef>
              <a:spcAft>
                <a:spcPts val="0"/>
              </a:spcAft>
              <a:buClr>
                <a:srgbClr val="FFFFFF"/>
              </a:buClr>
              <a:buSzPts val="3800"/>
              <a:buNone/>
            </a:pPr>
            <a:r>
              <a:t/>
            </a:r>
            <a:endParaRPr sz="1100">
              <a:solidFill>
                <a:srgbClr val="333333"/>
              </a:solidFill>
              <a:latin typeface="Times New Roman"/>
              <a:ea typeface="Times New Roman"/>
              <a:cs typeface="Times New Roman"/>
              <a:sym typeface="Times New Roman"/>
            </a:endParaRPr>
          </a:p>
        </p:txBody>
      </p:sp>
      <p:sp>
        <p:nvSpPr>
          <p:cNvPr id="27" name="Google Shape;27;p1"/>
          <p:cNvSpPr/>
          <p:nvPr/>
        </p:nvSpPr>
        <p:spPr>
          <a:xfrm>
            <a:off x="597751" y="14111534"/>
            <a:ext cx="20191200" cy="700500"/>
          </a:xfrm>
          <a:prstGeom prst="round1Rect">
            <a:avLst>
              <a:gd fmla="val 16667" name="adj"/>
            </a:avLst>
          </a:prstGeom>
          <a:solidFill>
            <a:srgbClr val="366092"/>
          </a:solidFill>
          <a:ln cap="flat" cmpd="sng" w="9525">
            <a:solidFill>
              <a:srgbClr val="7F7F7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2300" lIns="64625" spcFirstLastPara="1" rIns="64625" wrap="square" tIns="32300">
            <a:noAutofit/>
          </a:bodyPr>
          <a:lstStyle/>
          <a:p>
            <a:pPr indent="0" lvl="0" marL="0" marR="0" rtl="0" algn="ct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Experimental Results</a:t>
            </a:r>
            <a:endParaRPr b="0" i="0" sz="1400" u="none" cap="none" strike="noStrike">
              <a:solidFill>
                <a:srgbClr val="000000"/>
              </a:solidFill>
              <a:latin typeface="Arial"/>
              <a:ea typeface="Arial"/>
              <a:cs typeface="Arial"/>
              <a:sym typeface="Arial"/>
            </a:endParaRPr>
          </a:p>
        </p:txBody>
      </p:sp>
      <p:sp>
        <p:nvSpPr>
          <p:cNvPr id="28" name="Google Shape;28;p1"/>
          <p:cNvSpPr txBox="1"/>
          <p:nvPr/>
        </p:nvSpPr>
        <p:spPr>
          <a:xfrm>
            <a:off x="11713543" y="5186025"/>
            <a:ext cx="8139900" cy="711600"/>
          </a:xfrm>
          <a:prstGeom prst="rect">
            <a:avLst/>
          </a:prstGeom>
          <a:noFill/>
          <a:ln>
            <a:noFill/>
          </a:ln>
        </p:spPr>
        <p:txBody>
          <a:bodyPr anchorCtr="0" anchor="t" bIns="32300" lIns="64625" spcFirstLastPara="1" rIns="64625" wrap="square" tIns="32300">
            <a:sp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chemeClr val="dk1"/>
                </a:solidFill>
                <a:latin typeface="Calibri"/>
                <a:ea typeface="Calibri"/>
                <a:cs typeface="Calibri"/>
                <a:sym typeface="Calibri"/>
              </a:rPr>
              <a:t>Research Scenarios</a:t>
            </a:r>
            <a:endParaRPr b="1" i="0" sz="4200" u="none" cap="none" strike="noStrike">
              <a:solidFill>
                <a:schemeClr val="dk1"/>
              </a:solidFill>
              <a:latin typeface="Calibri"/>
              <a:ea typeface="Calibri"/>
              <a:cs typeface="Calibri"/>
              <a:sym typeface="Calibri"/>
            </a:endParaRPr>
          </a:p>
        </p:txBody>
      </p:sp>
      <p:sp>
        <p:nvSpPr>
          <p:cNvPr id="29" name="Google Shape;29;p1"/>
          <p:cNvSpPr txBox="1"/>
          <p:nvPr/>
        </p:nvSpPr>
        <p:spPr>
          <a:xfrm>
            <a:off x="597758" y="5063905"/>
            <a:ext cx="4173900" cy="788700"/>
          </a:xfrm>
          <a:prstGeom prst="rect">
            <a:avLst/>
          </a:prstGeom>
          <a:noFill/>
          <a:ln>
            <a:noFill/>
          </a:ln>
        </p:spPr>
        <p:txBody>
          <a:bodyPr anchorCtr="0" anchor="t" bIns="32300" lIns="64625" spcFirstLastPara="1" rIns="64625" wrap="square" tIns="32300">
            <a:spAutoFit/>
          </a:bodyPr>
          <a:lstStyle/>
          <a:p>
            <a:pPr indent="0" lvl="0" marL="0" marR="0" rtl="0" algn="l">
              <a:lnSpc>
                <a:spcPct val="100000"/>
              </a:lnSpc>
              <a:spcBef>
                <a:spcPts val="0"/>
              </a:spcBef>
              <a:spcAft>
                <a:spcPts val="0"/>
              </a:spcAft>
              <a:buClr>
                <a:srgbClr val="000000"/>
              </a:buClr>
              <a:buSzPts val="4700"/>
              <a:buFont typeface="Arial"/>
              <a:buNone/>
            </a:pPr>
            <a:r>
              <a:rPr b="1" i="0" lang="en-US" sz="4700" u="none" cap="none" strike="noStrike">
                <a:solidFill>
                  <a:schemeClr val="dk1"/>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sp>
        <p:nvSpPr>
          <p:cNvPr id="30" name="Google Shape;30;p1"/>
          <p:cNvSpPr txBox="1"/>
          <p:nvPr/>
        </p:nvSpPr>
        <p:spPr>
          <a:xfrm>
            <a:off x="627700" y="5914875"/>
            <a:ext cx="9849900" cy="8192400"/>
          </a:xfrm>
          <a:prstGeom prst="rect">
            <a:avLst/>
          </a:prstGeom>
          <a:noFill/>
          <a:ln>
            <a:noFill/>
          </a:ln>
        </p:spPr>
        <p:txBody>
          <a:bodyPr anchorCtr="0" anchor="t" bIns="32300" lIns="64625" spcFirstLastPara="1" rIns="64625" wrap="square" tIns="32300">
            <a:spAutoFit/>
          </a:bodyPr>
          <a:lstStyle/>
          <a:p>
            <a:pPr indent="0" lvl="0" marL="0" marR="0" rtl="0" algn="just">
              <a:lnSpc>
                <a:spcPct val="100000"/>
              </a:lnSpc>
              <a:spcBef>
                <a:spcPts val="0"/>
              </a:spcBef>
              <a:spcAft>
                <a:spcPts val="0"/>
              </a:spcAft>
              <a:buClr>
                <a:srgbClr val="000000"/>
              </a:buClr>
              <a:buSzPts val="3300"/>
              <a:buFont typeface="Arial"/>
              <a:buNone/>
            </a:pPr>
            <a:r>
              <a:rPr b="0" i="1" lang="en-US" sz="3300" u="none" cap="none" strike="noStrike">
                <a:solidFill>
                  <a:schemeClr val="dk1"/>
                </a:solidFill>
                <a:latin typeface="Calibri"/>
                <a:ea typeface="Calibri"/>
                <a:cs typeface="Calibri"/>
                <a:sym typeface="Calibri"/>
              </a:rPr>
              <a:t>Choosing the right programming language for implementing a solution to a specific problem is highly important. First, we need to balance application performance and the cost of implementation. Some tasks require fast execution time and limited resources, while others may be implemented with fewer restrictions. In particular, a project often has financial and time constraints that must be fulfilled. On the other hand, from the perspective of software engineering, the codebase should be as easily maintainable as possible. Such limitations have a great impact on programming language selection. Therefore, in this study, we perform a comprehensive analysis and comparison of two popular programming languages. Java represents a high level of language abstraction, while Rust, in contrast,constitutes a low-level programming language.</a:t>
            </a:r>
            <a:endParaRPr b="0" i="0" sz="3300" u="none" cap="none" strike="noStrike">
              <a:solidFill>
                <a:schemeClr val="dk1"/>
              </a:solidFill>
              <a:latin typeface="Calibri"/>
              <a:ea typeface="Calibri"/>
              <a:cs typeface="Calibri"/>
              <a:sym typeface="Calibri"/>
            </a:endParaRPr>
          </a:p>
        </p:txBody>
      </p:sp>
      <p:sp>
        <p:nvSpPr>
          <p:cNvPr id="31" name="Google Shape;31;p1"/>
          <p:cNvSpPr txBox="1"/>
          <p:nvPr/>
        </p:nvSpPr>
        <p:spPr>
          <a:xfrm>
            <a:off x="11650360" y="5897625"/>
            <a:ext cx="8961600" cy="7684500"/>
          </a:xfrm>
          <a:prstGeom prst="rect">
            <a:avLst/>
          </a:prstGeom>
          <a:noFill/>
          <a:ln>
            <a:noFill/>
          </a:ln>
        </p:spPr>
        <p:txBody>
          <a:bodyPr anchorCtr="0" anchor="t" bIns="32300" lIns="64625" spcFirstLastPara="1" rIns="64625" wrap="square" tIns="32300">
            <a:spAutoFit/>
          </a:bodyPr>
          <a:lstStyle/>
          <a:p>
            <a:pPr indent="-438150" lvl="0" marL="457200" marR="0" rtl="0" algn="just">
              <a:lnSpc>
                <a:spcPct val="100000"/>
              </a:lnSpc>
              <a:spcBef>
                <a:spcPts val="0"/>
              </a:spcBef>
              <a:spcAft>
                <a:spcPts val="0"/>
              </a:spcAft>
              <a:buClr>
                <a:schemeClr val="dk1"/>
              </a:buClr>
              <a:buSzPts val="3300"/>
              <a:buFont typeface="Calibri"/>
              <a:buAutoNum type="arabicPeriod"/>
            </a:pPr>
            <a:r>
              <a:rPr b="1" i="1" lang="en-US" sz="3300" u="none" cap="none" strike="noStrike">
                <a:solidFill>
                  <a:schemeClr val="dk1"/>
                </a:solidFill>
                <a:latin typeface="Calibri"/>
                <a:ea typeface="Calibri"/>
                <a:cs typeface="Calibri"/>
                <a:sym typeface="Calibri"/>
              </a:rPr>
              <a:t>CPU</a:t>
            </a:r>
            <a:r>
              <a:rPr b="0" i="1" lang="en-US" sz="3300" u="none" cap="none" strike="noStrike">
                <a:solidFill>
                  <a:schemeClr val="dk1"/>
                </a:solidFill>
                <a:latin typeface="Calibri"/>
                <a:ea typeface="Calibri"/>
                <a:cs typeface="Calibri"/>
                <a:sym typeface="Calibri"/>
              </a:rPr>
              <a:t> (Mandelbrot set, 4096×4096, raw PPM output): floating-point-intensive computation with negligible I/O in the hot path; probes the quality of code emitted by the JIT compiler relative to the AOT LLVM backend.</a:t>
            </a:r>
            <a:endParaRPr b="0" i="1" sz="3300" u="none" cap="none" strike="noStrike">
              <a:solidFill>
                <a:schemeClr val="dk1"/>
              </a:solidFill>
              <a:latin typeface="Calibri"/>
              <a:ea typeface="Calibri"/>
              <a:cs typeface="Calibri"/>
              <a:sym typeface="Calibri"/>
            </a:endParaRPr>
          </a:p>
          <a:p>
            <a:pPr indent="-438150" lvl="0" marL="457200" marR="0" rtl="0" algn="just">
              <a:lnSpc>
                <a:spcPct val="100000"/>
              </a:lnSpc>
              <a:spcBef>
                <a:spcPts val="0"/>
              </a:spcBef>
              <a:spcAft>
                <a:spcPts val="0"/>
              </a:spcAft>
              <a:buClr>
                <a:schemeClr val="dk1"/>
              </a:buClr>
              <a:buSzPts val="3300"/>
              <a:buFont typeface="Calibri"/>
              <a:buAutoNum type="arabicPeriod"/>
            </a:pPr>
            <a:r>
              <a:rPr b="1" i="1" lang="en-US" sz="3300" u="none" cap="none" strike="noStrike">
                <a:solidFill>
                  <a:schemeClr val="dk1"/>
                </a:solidFill>
                <a:latin typeface="Calibri"/>
                <a:ea typeface="Calibri"/>
                <a:cs typeface="Calibri"/>
                <a:sym typeface="Calibri"/>
              </a:rPr>
              <a:t>I/O</a:t>
            </a:r>
            <a:r>
              <a:rPr b="0" i="1" lang="en-US" sz="3300" u="none" cap="none" strike="noStrike">
                <a:solidFill>
                  <a:schemeClr val="dk1"/>
                </a:solidFill>
                <a:latin typeface="Calibri"/>
                <a:ea typeface="Calibri"/>
                <a:cs typeface="Calibri"/>
                <a:sym typeface="Calibri"/>
              </a:rPr>
              <a:t> (CSV processing, 5GB, 6 × 10</a:t>
            </a:r>
            <a:r>
              <a:rPr b="0" baseline="30000" i="1" lang="en-US" sz="3300" u="none" cap="none" strike="noStrike">
                <a:solidFill>
                  <a:schemeClr val="dk1"/>
                </a:solidFill>
                <a:latin typeface="Calibri"/>
                <a:ea typeface="Calibri"/>
                <a:cs typeface="Calibri"/>
                <a:sym typeface="Calibri"/>
              </a:rPr>
              <a:t>7</a:t>
            </a:r>
            <a:r>
              <a:rPr b="0" i="1" lang="en-US" sz="3300" u="none" cap="none" strike="noStrike">
                <a:solidFill>
                  <a:schemeClr val="dk1"/>
                </a:solidFill>
                <a:latin typeface="Calibri"/>
                <a:ea typeface="Calibri"/>
                <a:cs typeface="Calibri"/>
                <a:sym typeface="Calibri"/>
              </a:rPr>
              <a:t> rows): two-pass top-1 % transaction-amount filter; evaluates textual parsing throughput, streaming I/O efficiency and allocation pressure.</a:t>
            </a:r>
            <a:endParaRPr b="0" i="1" sz="3300" u="none" cap="none" strike="noStrike">
              <a:solidFill>
                <a:schemeClr val="dk1"/>
              </a:solidFill>
              <a:latin typeface="Calibri"/>
              <a:ea typeface="Calibri"/>
              <a:cs typeface="Calibri"/>
              <a:sym typeface="Calibri"/>
            </a:endParaRPr>
          </a:p>
          <a:p>
            <a:pPr indent="-438150" lvl="0" marL="457200" marR="0" rtl="0" algn="just">
              <a:lnSpc>
                <a:spcPct val="100000"/>
              </a:lnSpc>
              <a:spcBef>
                <a:spcPts val="0"/>
              </a:spcBef>
              <a:spcAft>
                <a:spcPts val="0"/>
              </a:spcAft>
              <a:buClr>
                <a:schemeClr val="dk1"/>
              </a:buClr>
              <a:buSzPts val="3300"/>
              <a:buFont typeface="Calibri"/>
              <a:buAutoNum type="arabicPeriod"/>
            </a:pPr>
            <a:r>
              <a:rPr b="1" i="1" lang="en-US" sz="3300" u="none" cap="none" strike="noStrike">
                <a:solidFill>
                  <a:schemeClr val="dk1"/>
                </a:solidFill>
                <a:latin typeface="Calibri"/>
                <a:ea typeface="Calibri"/>
                <a:cs typeface="Calibri"/>
                <a:sym typeface="Calibri"/>
              </a:rPr>
              <a:t>Memory streaming</a:t>
            </a:r>
            <a:r>
              <a:rPr b="0" i="1" lang="en-US" sz="3300" u="none" cap="none" strike="noStrike">
                <a:solidFill>
                  <a:schemeClr val="dk1"/>
                </a:solidFill>
                <a:latin typeface="Calibri"/>
                <a:ea typeface="Calibri"/>
                <a:cs typeface="Calibri"/>
                <a:sym typeface="Calibri"/>
              </a:rPr>
              <a:t> (10</a:t>
            </a:r>
            <a:r>
              <a:rPr b="0" baseline="30000" i="1" lang="en-US" sz="3300" u="none" cap="none" strike="noStrike">
                <a:solidFill>
                  <a:schemeClr val="dk1"/>
                </a:solidFill>
                <a:latin typeface="Calibri"/>
                <a:ea typeface="Calibri"/>
                <a:cs typeface="Calibri"/>
                <a:sym typeface="Calibri"/>
              </a:rPr>
              <a:t>9</a:t>
            </a:r>
            <a:r>
              <a:rPr b="0" i="1" lang="en-US" sz="3300" u="none" cap="none" strike="noStrike">
                <a:solidFill>
                  <a:schemeClr val="dk1"/>
                </a:solidFill>
                <a:latin typeface="Calibri"/>
                <a:ea typeface="Calibri"/>
                <a:cs typeface="Calibri"/>
                <a:sym typeface="Calibri"/>
              </a:rPr>
              <a:t> IoT events): Z-score anomaly detection combined with a per-sensor rolling average. Designed to contrast latency variability induced by managed garbage collection with the deterministic deallocation enforced by Rust's ownership model.</a:t>
            </a:r>
            <a:endParaRPr b="0" i="1" sz="3300" u="none" cap="none" strike="noStrike">
              <a:solidFill>
                <a:schemeClr val="dk1"/>
              </a:solidFill>
              <a:latin typeface="Calibri"/>
              <a:ea typeface="Calibri"/>
              <a:cs typeface="Calibri"/>
              <a:sym typeface="Calibri"/>
            </a:endParaRPr>
          </a:p>
        </p:txBody>
      </p:sp>
      <p:pic>
        <p:nvPicPr>
          <p:cNvPr id="32" name="Google Shape;32;p1"/>
          <p:cNvPicPr preferRelativeResize="0"/>
          <p:nvPr/>
        </p:nvPicPr>
        <p:blipFill rotWithShape="1">
          <a:blip r:embed="rId3">
            <a:alphaModFix/>
          </a:blip>
          <a:srcRect b="0" l="0" r="0" t="0"/>
          <a:stretch/>
        </p:blipFill>
        <p:spPr>
          <a:xfrm>
            <a:off x="12512197" y="27337715"/>
            <a:ext cx="3118530" cy="814790"/>
          </a:xfrm>
          <a:prstGeom prst="rect">
            <a:avLst/>
          </a:prstGeom>
          <a:noFill/>
          <a:ln>
            <a:noFill/>
          </a:ln>
        </p:spPr>
      </p:pic>
      <p:pic>
        <p:nvPicPr>
          <p:cNvPr descr="C:\Dokumenty\!PL_Zajecia_2025_2026\KonferencjaMM\logoZip\O_Lubelski logo-RGB - elektroniczne(1).png" id="33" name="Google Shape;33;p1"/>
          <p:cNvPicPr preferRelativeResize="0"/>
          <p:nvPr/>
        </p:nvPicPr>
        <p:blipFill rotWithShape="1">
          <a:blip r:embed="rId4">
            <a:alphaModFix/>
          </a:blip>
          <a:srcRect b="0" l="0" r="0" t="0"/>
          <a:stretch/>
        </p:blipFill>
        <p:spPr>
          <a:xfrm>
            <a:off x="18421096" y="27337714"/>
            <a:ext cx="2300640" cy="942101"/>
          </a:xfrm>
          <a:prstGeom prst="rect">
            <a:avLst/>
          </a:prstGeom>
          <a:noFill/>
          <a:ln>
            <a:noFill/>
          </a:ln>
        </p:spPr>
      </p:pic>
      <p:pic>
        <p:nvPicPr>
          <p:cNvPr descr="C:\Dokumenty\!PL_Zajecia_2025_2026\CITS\logoSS\ibspan-ua-b-1.png" id="34" name="Google Shape;34;p1"/>
          <p:cNvPicPr preferRelativeResize="0"/>
          <p:nvPr/>
        </p:nvPicPr>
        <p:blipFill rotWithShape="1">
          <a:blip r:embed="rId5">
            <a:alphaModFix/>
          </a:blip>
          <a:srcRect b="0" l="0" r="0" t="0"/>
          <a:stretch/>
        </p:blipFill>
        <p:spPr>
          <a:xfrm>
            <a:off x="16557921" y="27329450"/>
            <a:ext cx="1204577" cy="865714"/>
          </a:xfrm>
          <a:prstGeom prst="rect">
            <a:avLst/>
          </a:prstGeom>
          <a:noFill/>
          <a:ln>
            <a:noFill/>
          </a:ln>
        </p:spPr>
      </p:pic>
      <p:sp>
        <p:nvSpPr>
          <p:cNvPr id="35" name="Google Shape;35;p1"/>
          <p:cNvSpPr txBox="1"/>
          <p:nvPr/>
        </p:nvSpPr>
        <p:spPr>
          <a:xfrm>
            <a:off x="627600" y="14967800"/>
            <a:ext cx="9849900" cy="5772000"/>
          </a:xfrm>
          <a:prstGeom prst="rect">
            <a:avLst/>
          </a:prstGeom>
          <a:noFill/>
          <a:ln>
            <a:noFill/>
          </a:ln>
        </p:spPr>
        <p:txBody>
          <a:bodyPr anchorCtr="0" anchor="t" bIns="91425" lIns="91425" spcFirstLastPara="1" rIns="91425" wrap="square" tIns="91425">
            <a:spAutoFit/>
          </a:bodyPr>
          <a:lstStyle/>
          <a:p>
            <a:pPr indent="-438150" lvl="0" marL="457200" rtl="0" algn="just">
              <a:spcBef>
                <a:spcPts val="0"/>
              </a:spcBef>
              <a:spcAft>
                <a:spcPts val="0"/>
              </a:spcAft>
              <a:buClr>
                <a:schemeClr val="dk1"/>
              </a:buClr>
              <a:buSzPts val="3300"/>
              <a:buFont typeface="Calibri"/>
              <a:buChar char="-"/>
            </a:pPr>
            <a:r>
              <a:rPr b="1" i="1" lang="en-US" sz="3300">
                <a:solidFill>
                  <a:schemeClr val="dk1"/>
                </a:solidFill>
                <a:latin typeface="Calibri"/>
                <a:ea typeface="Calibri"/>
                <a:cs typeface="Calibri"/>
                <a:sym typeface="Calibri"/>
              </a:rPr>
              <a:t>GC behaviour</a:t>
            </a:r>
            <a:r>
              <a:rPr i="1" lang="en-US" sz="3300">
                <a:solidFill>
                  <a:schemeClr val="dk1"/>
                </a:solidFill>
                <a:latin typeface="Calibri"/>
                <a:ea typeface="Calibri"/>
                <a:cs typeface="Calibri"/>
                <a:sym typeface="Calibri"/>
              </a:rPr>
              <a:t>: G1 pauses average below 0.6 ms with a heavy tail (p99 ≈ 1 ms), confirming JVM overhead concentrates in the tail, not the typical case (see Figure 1).</a:t>
            </a:r>
            <a:endParaRPr b="1" i="1" sz="3300">
              <a:solidFill>
                <a:schemeClr val="dk1"/>
              </a:solidFill>
              <a:latin typeface="Calibri"/>
              <a:ea typeface="Calibri"/>
              <a:cs typeface="Calibri"/>
              <a:sym typeface="Calibri"/>
            </a:endParaRPr>
          </a:p>
          <a:p>
            <a:pPr indent="-438150" lvl="0" marL="457200" marR="0" rtl="0" algn="just">
              <a:lnSpc>
                <a:spcPct val="100000"/>
              </a:lnSpc>
              <a:spcBef>
                <a:spcPts val="0"/>
              </a:spcBef>
              <a:spcAft>
                <a:spcPts val="0"/>
              </a:spcAft>
              <a:buClr>
                <a:schemeClr val="dk1"/>
              </a:buClr>
              <a:buSzPts val="3300"/>
              <a:buFont typeface="Calibri"/>
              <a:buChar char="-"/>
            </a:pPr>
            <a:r>
              <a:rPr b="1" i="1" lang="en-US" sz="3300" u="none" cap="none" strike="noStrike">
                <a:solidFill>
                  <a:schemeClr val="dk1"/>
                </a:solidFill>
                <a:latin typeface="Calibri"/>
                <a:ea typeface="Calibri"/>
                <a:cs typeface="Calibri"/>
                <a:sym typeface="Calibri"/>
              </a:rPr>
              <a:t>Execution time</a:t>
            </a:r>
            <a:r>
              <a:rPr b="0" i="1" lang="en-US" sz="3300" u="none" cap="none" strike="noStrike">
                <a:solidFill>
                  <a:schemeClr val="dk1"/>
                </a:solidFill>
                <a:latin typeface="Calibri"/>
                <a:ea typeface="Calibri"/>
                <a:cs typeface="Calibri"/>
                <a:sym typeface="Calibri"/>
              </a:rPr>
              <a:t>: Rust is faster across all workloads; the gap scales with I/O intensity — marginal for CPU-bound tasks (≈5 %), approaching factor of two under heavy I/O (see Figure </a:t>
            </a:r>
            <a:r>
              <a:rPr i="1" lang="en-US" sz="3300">
                <a:solidFill>
                  <a:schemeClr val="dk1"/>
                </a:solidFill>
                <a:latin typeface="Calibri"/>
                <a:ea typeface="Calibri"/>
                <a:cs typeface="Calibri"/>
                <a:sym typeface="Calibri"/>
              </a:rPr>
              <a:t>2</a:t>
            </a:r>
            <a:r>
              <a:rPr b="0" i="1" lang="en-US" sz="3300" u="none" cap="none" strike="noStrike">
                <a:solidFill>
                  <a:schemeClr val="dk1"/>
                </a:solidFill>
                <a:latin typeface="Calibri"/>
                <a:ea typeface="Calibri"/>
                <a:cs typeface="Calibri"/>
                <a:sym typeface="Calibri"/>
              </a:rPr>
              <a:t>).</a:t>
            </a:r>
            <a:endParaRPr b="0" i="1" sz="3300" u="none" cap="none" strike="noStrike">
              <a:solidFill>
                <a:schemeClr val="dk1"/>
              </a:solidFill>
              <a:latin typeface="Calibri"/>
              <a:ea typeface="Calibri"/>
              <a:cs typeface="Calibri"/>
              <a:sym typeface="Calibri"/>
            </a:endParaRPr>
          </a:p>
          <a:p>
            <a:pPr indent="-438150" lvl="0" marL="457200" marR="0" rtl="0" algn="just">
              <a:lnSpc>
                <a:spcPct val="100000"/>
              </a:lnSpc>
              <a:spcBef>
                <a:spcPts val="0"/>
              </a:spcBef>
              <a:spcAft>
                <a:spcPts val="0"/>
              </a:spcAft>
              <a:buClr>
                <a:schemeClr val="dk1"/>
              </a:buClr>
              <a:buSzPts val="3300"/>
              <a:buFont typeface="Calibri"/>
              <a:buChar char="-"/>
            </a:pPr>
            <a:r>
              <a:rPr b="1" i="1" lang="en-US" sz="3300" u="none" cap="none" strike="noStrike">
                <a:solidFill>
                  <a:schemeClr val="dk1"/>
                </a:solidFill>
                <a:latin typeface="Calibri"/>
                <a:ea typeface="Calibri"/>
                <a:cs typeface="Calibri"/>
                <a:sym typeface="Calibri"/>
              </a:rPr>
              <a:t>Memory footprint: </a:t>
            </a:r>
            <a:r>
              <a:rPr b="0" i="1" lang="en-US" sz="3300" u="none" cap="none" strike="noStrike">
                <a:solidFill>
                  <a:schemeClr val="dk1"/>
                </a:solidFill>
                <a:latin typeface="Calibri"/>
                <a:ea typeface="Calibri"/>
                <a:cs typeface="Calibri"/>
                <a:sym typeface="Calibri"/>
              </a:rPr>
              <a:t>Rust's peak RSS is 2.7×–50× lower, reflecting the absence of a managed runtime baseline and deterministic deallocation (see Figure </a:t>
            </a:r>
            <a:r>
              <a:rPr i="1" lang="en-US" sz="3300">
                <a:solidFill>
                  <a:schemeClr val="dk1"/>
                </a:solidFill>
                <a:latin typeface="Calibri"/>
                <a:ea typeface="Calibri"/>
                <a:cs typeface="Calibri"/>
                <a:sym typeface="Calibri"/>
              </a:rPr>
              <a:t>3</a:t>
            </a:r>
            <a:r>
              <a:rPr b="0" i="1" lang="en-US" sz="3300" u="none" cap="none" strike="noStrike">
                <a:solidFill>
                  <a:schemeClr val="dk1"/>
                </a:solidFill>
                <a:latin typeface="Calibri"/>
                <a:ea typeface="Calibri"/>
                <a:cs typeface="Calibri"/>
                <a:sym typeface="Calibri"/>
              </a:rPr>
              <a:t>).</a:t>
            </a:r>
            <a:endParaRPr b="0" i="1" sz="3300" u="none" cap="none" strike="noStrike">
              <a:solidFill>
                <a:schemeClr val="dk1"/>
              </a:solidFill>
              <a:latin typeface="Calibri"/>
              <a:ea typeface="Calibri"/>
              <a:cs typeface="Calibri"/>
              <a:sym typeface="Calibri"/>
            </a:endParaRPr>
          </a:p>
        </p:txBody>
      </p:sp>
      <p:sp>
        <p:nvSpPr>
          <p:cNvPr id="36" name="Google Shape;36;p1"/>
          <p:cNvSpPr/>
          <p:nvPr/>
        </p:nvSpPr>
        <p:spPr>
          <a:xfrm>
            <a:off x="11587950" y="26273701"/>
            <a:ext cx="8961600" cy="814800"/>
          </a:xfrm>
          <a:prstGeom prst="rect">
            <a:avLst/>
          </a:prstGeom>
          <a:solidFill>
            <a:srgbClr val="366092"/>
          </a:solidFill>
          <a:ln cap="flat" cmpd="sng" w="10350">
            <a:solidFill>
              <a:srgbClr val="7F7F7F"/>
            </a:solidFill>
            <a:prstDash val="solid"/>
            <a:round/>
            <a:headEnd len="sm" w="sm" type="none"/>
            <a:tailEnd len="sm" w="sm" type="none"/>
          </a:ln>
          <a:effectLst>
            <a:outerShdw blurRad="43455" rotWithShape="0" dir="5400000" dist="24987">
              <a:srgbClr val="000000">
                <a:alpha val="34901"/>
              </a:srgbClr>
            </a:outerShdw>
          </a:effectLst>
        </p:spPr>
        <p:txBody>
          <a:bodyPr anchorCtr="0" anchor="ctr" bIns="35100" lIns="70200" spcFirstLastPara="1" rIns="70200" wrap="square" tIns="35100">
            <a:noAutofit/>
          </a:bodyPr>
          <a:lstStyle/>
          <a:p>
            <a:pPr indent="0" lvl="0" marL="0" marR="0" rtl="0" algn="ctr">
              <a:lnSpc>
                <a:spcPct val="100000"/>
              </a:lnSpc>
              <a:spcBef>
                <a:spcPts val="0"/>
              </a:spcBef>
              <a:spcAft>
                <a:spcPts val="0"/>
              </a:spcAft>
              <a:buClr>
                <a:srgbClr val="000000"/>
              </a:buClr>
              <a:buSzPts val="3500"/>
              <a:buFont typeface="Arial"/>
              <a:buNone/>
            </a:pPr>
            <a:r>
              <a:rPr b="0" i="0" lang="en-US" sz="3500" u="none" cap="none" strike="noStrike">
                <a:solidFill>
                  <a:schemeClr val="lt1"/>
                </a:solidFill>
                <a:latin typeface="Calibri"/>
                <a:ea typeface="Calibri"/>
                <a:cs typeface="Calibri"/>
                <a:sym typeface="Calibri"/>
              </a:rPr>
              <a:t>Figure </a:t>
            </a:r>
            <a:r>
              <a:rPr lang="en-US" sz="3500">
                <a:solidFill>
                  <a:schemeClr val="lt1"/>
                </a:solidFill>
                <a:latin typeface="Calibri"/>
                <a:ea typeface="Calibri"/>
                <a:cs typeface="Calibri"/>
                <a:sym typeface="Calibri"/>
              </a:rPr>
              <a:t>3</a:t>
            </a:r>
            <a:r>
              <a:rPr b="0" i="0" lang="en-US" sz="3500" u="none" cap="none" strike="noStrike">
                <a:solidFill>
                  <a:schemeClr val="lt1"/>
                </a:solidFill>
                <a:latin typeface="Calibri"/>
                <a:ea typeface="Calibri"/>
                <a:cs typeface="Calibri"/>
                <a:sym typeface="Calibri"/>
              </a:rPr>
              <a:t>. Memory Usage Over Time.</a:t>
            </a:r>
            <a:endParaRPr b="0" i="0" sz="3500" u="none" cap="none" strike="noStrike">
              <a:solidFill>
                <a:schemeClr val="lt1"/>
              </a:solidFill>
              <a:latin typeface="Calibri"/>
              <a:ea typeface="Calibri"/>
              <a:cs typeface="Calibri"/>
              <a:sym typeface="Calibri"/>
            </a:endParaRPr>
          </a:p>
        </p:txBody>
      </p:sp>
      <p:sp>
        <p:nvSpPr>
          <p:cNvPr id="37" name="Google Shape;37;p1"/>
          <p:cNvSpPr/>
          <p:nvPr/>
        </p:nvSpPr>
        <p:spPr>
          <a:xfrm>
            <a:off x="11600488" y="19664300"/>
            <a:ext cx="8961600" cy="814800"/>
          </a:xfrm>
          <a:prstGeom prst="rect">
            <a:avLst/>
          </a:prstGeom>
          <a:solidFill>
            <a:srgbClr val="366092"/>
          </a:solidFill>
          <a:ln cap="flat" cmpd="sng" w="10350">
            <a:solidFill>
              <a:srgbClr val="7F7F7F"/>
            </a:solidFill>
            <a:prstDash val="solid"/>
            <a:round/>
            <a:headEnd len="sm" w="sm" type="none"/>
            <a:tailEnd len="sm" w="sm" type="none"/>
          </a:ln>
          <a:effectLst>
            <a:outerShdw blurRad="43455" rotWithShape="0" dir="5400000" dist="24987">
              <a:srgbClr val="000000">
                <a:alpha val="34901"/>
              </a:srgbClr>
            </a:outerShdw>
          </a:effectLst>
        </p:spPr>
        <p:txBody>
          <a:bodyPr anchorCtr="0" anchor="ctr" bIns="35100" lIns="70200" spcFirstLastPara="1" rIns="70200" wrap="square" tIns="35100">
            <a:noAutofit/>
          </a:bodyPr>
          <a:lstStyle/>
          <a:p>
            <a:pPr indent="0" lvl="0" marL="0" marR="0" rtl="0" algn="ctr">
              <a:lnSpc>
                <a:spcPct val="100000"/>
              </a:lnSpc>
              <a:spcBef>
                <a:spcPts val="0"/>
              </a:spcBef>
              <a:spcAft>
                <a:spcPts val="0"/>
              </a:spcAft>
              <a:buClr>
                <a:srgbClr val="000000"/>
              </a:buClr>
              <a:buSzPts val="3500"/>
              <a:buFont typeface="Arial"/>
              <a:buNone/>
            </a:pPr>
            <a:r>
              <a:rPr b="0" i="0" lang="en-US" sz="3500" u="none" cap="none" strike="noStrike">
                <a:solidFill>
                  <a:schemeClr val="lt1"/>
                </a:solidFill>
                <a:latin typeface="Calibri"/>
                <a:ea typeface="Calibri"/>
                <a:cs typeface="Calibri"/>
                <a:sym typeface="Calibri"/>
              </a:rPr>
              <a:t>Figure </a:t>
            </a:r>
            <a:r>
              <a:rPr lang="en-US" sz="3500">
                <a:solidFill>
                  <a:schemeClr val="lt1"/>
                </a:solidFill>
                <a:latin typeface="Calibri"/>
                <a:ea typeface="Calibri"/>
                <a:cs typeface="Calibri"/>
                <a:sym typeface="Calibri"/>
              </a:rPr>
              <a:t>2</a:t>
            </a:r>
            <a:r>
              <a:rPr b="0" i="0" lang="en-US" sz="3500" u="none" cap="none" strike="noStrike">
                <a:solidFill>
                  <a:schemeClr val="lt1"/>
                </a:solidFill>
                <a:latin typeface="Calibri"/>
                <a:ea typeface="Calibri"/>
                <a:cs typeface="Calibri"/>
                <a:sym typeface="Calibri"/>
              </a:rPr>
              <a:t>. Execution Time.</a:t>
            </a:r>
            <a:endParaRPr b="1" i="0" sz="4563" u="none" cap="none" strike="noStrike">
              <a:solidFill>
                <a:schemeClr val="lt1"/>
              </a:solidFill>
              <a:latin typeface="Calibri"/>
              <a:ea typeface="Calibri"/>
              <a:cs typeface="Calibri"/>
              <a:sym typeface="Calibri"/>
            </a:endParaRPr>
          </a:p>
        </p:txBody>
      </p:sp>
      <p:sp>
        <p:nvSpPr>
          <p:cNvPr id="38" name="Google Shape;38;p1"/>
          <p:cNvSpPr/>
          <p:nvPr/>
        </p:nvSpPr>
        <p:spPr>
          <a:xfrm>
            <a:off x="642300" y="26220205"/>
            <a:ext cx="9820500" cy="868200"/>
          </a:xfrm>
          <a:prstGeom prst="rect">
            <a:avLst/>
          </a:prstGeom>
          <a:solidFill>
            <a:srgbClr val="366092"/>
          </a:solidFill>
          <a:ln cap="flat" cmpd="sng" w="10350">
            <a:solidFill>
              <a:srgbClr val="7F7F7F"/>
            </a:solidFill>
            <a:prstDash val="solid"/>
            <a:round/>
            <a:headEnd len="sm" w="sm" type="none"/>
            <a:tailEnd len="sm" w="sm" type="none"/>
          </a:ln>
          <a:effectLst>
            <a:outerShdw blurRad="43455" rotWithShape="0" dir="5400000" dist="24987">
              <a:srgbClr val="000000">
                <a:alpha val="34901"/>
              </a:srgbClr>
            </a:outerShdw>
          </a:effectLst>
        </p:spPr>
        <p:txBody>
          <a:bodyPr anchorCtr="0" anchor="ctr" bIns="35100" lIns="70200" spcFirstLastPara="1" rIns="70200" wrap="square" tIns="35100">
            <a:noAutofit/>
          </a:bodyPr>
          <a:lstStyle/>
          <a:p>
            <a:pPr indent="0" lvl="0" marL="0" marR="0" rtl="0" algn="ctr">
              <a:lnSpc>
                <a:spcPct val="100000"/>
              </a:lnSpc>
              <a:spcBef>
                <a:spcPts val="0"/>
              </a:spcBef>
              <a:spcAft>
                <a:spcPts val="0"/>
              </a:spcAft>
              <a:buClr>
                <a:srgbClr val="000000"/>
              </a:buClr>
              <a:buSzPts val="3500"/>
              <a:buFont typeface="Arial"/>
              <a:buNone/>
            </a:pPr>
            <a:r>
              <a:rPr b="0" i="0" lang="en-US" sz="3500" u="none" cap="none" strike="noStrike">
                <a:solidFill>
                  <a:schemeClr val="lt1"/>
                </a:solidFill>
                <a:latin typeface="Calibri"/>
                <a:ea typeface="Calibri"/>
                <a:cs typeface="Calibri"/>
                <a:sym typeface="Calibri"/>
              </a:rPr>
              <a:t>Figure </a:t>
            </a:r>
            <a:r>
              <a:rPr lang="en-US" sz="3500">
                <a:solidFill>
                  <a:schemeClr val="lt1"/>
                </a:solidFill>
                <a:latin typeface="Calibri"/>
                <a:ea typeface="Calibri"/>
                <a:cs typeface="Calibri"/>
                <a:sym typeface="Calibri"/>
              </a:rPr>
              <a:t>1</a:t>
            </a:r>
            <a:r>
              <a:rPr b="0" i="0" lang="en-US" sz="3500" u="none" cap="none" strike="noStrike">
                <a:solidFill>
                  <a:schemeClr val="lt1"/>
                </a:solidFill>
                <a:latin typeface="Calibri"/>
                <a:ea typeface="Calibri"/>
                <a:cs typeface="Calibri"/>
                <a:sym typeface="Calibri"/>
              </a:rPr>
              <a:t>. Garbage Collector Pauses Histogram.</a:t>
            </a:r>
            <a:endParaRPr b="0" i="0" sz="3500" u="none" cap="none" strike="noStrike">
              <a:solidFill>
                <a:schemeClr val="lt1"/>
              </a:solidFill>
              <a:latin typeface="Calibri"/>
              <a:ea typeface="Calibri"/>
              <a:cs typeface="Calibri"/>
              <a:sym typeface="Calibri"/>
            </a:endParaRPr>
          </a:p>
        </p:txBody>
      </p:sp>
      <p:pic>
        <p:nvPicPr>
          <p:cNvPr id="39" name="Google Shape;39;p1"/>
          <p:cNvPicPr preferRelativeResize="0"/>
          <p:nvPr/>
        </p:nvPicPr>
        <p:blipFill>
          <a:blip r:embed="rId6">
            <a:alphaModFix/>
          </a:blip>
          <a:stretch>
            <a:fillRect/>
          </a:stretch>
        </p:blipFill>
        <p:spPr>
          <a:xfrm>
            <a:off x="11587975" y="20736388"/>
            <a:ext cx="8961577" cy="5537301"/>
          </a:xfrm>
          <a:prstGeom prst="rect">
            <a:avLst/>
          </a:prstGeom>
          <a:noFill/>
          <a:ln>
            <a:noFill/>
          </a:ln>
        </p:spPr>
      </p:pic>
      <p:pic>
        <p:nvPicPr>
          <p:cNvPr id="40" name="Google Shape;40;p1"/>
          <p:cNvPicPr preferRelativeResize="0"/>
          <p:nvPr/>
        </p:nvPicPr>
        <p:blipFill>
          <a:blip r:embed="rId7">
            <a:alphaModFix/>
          </a:blip>
          <a:stretch>
            <a:fillRect/>
          </a:stretch>
        </p:blipFill>
        <p:spPr>
          <a:xfrm>
            <a:off x="657100" y="23466675"/>
            <a:ext cx="9805701" cy="2753525"/>
          </a:xfrm>
          <a:prstGeom prst="rect">
            <a:avLst/>
          </a:prstGeom>
          <a:noFill/>
          <a:ln>
            <a:noFill/>
          </a:ln>
        </p:spPr>
      </p:pic>
      <p:pic>
        <p:nvPicPr>
          <p:cNvPr id="41" name="Google Shape;41;p1"/>
          <p:cNvPicPr preferRelativeResize="0"/>
          <p:nvPr/>
        </p:nvPicPr>
        <p:blipFill>
          <a:blip r:embed="rId8">
            <a:alphaModFix/>
          </a:blip>
          <a:stretch>
            <a:fillRect/>
          </a:stretch>
        </p:blipFill>
        <p:spPr>
          <a:xfrm>
            <a:off x="671900" y="20713150"/>
            <a:ext cx="9790899" cy="2753525"/>
          </a:xfrm>
          <a:prstGeom prst="rect">
            <a:avLst/>
          </a:prstGeom>
          <a:noFill/>
          <a:ln>
            <a:noFill/>
          </a:ln>
        </p:spPr>
      </p:pic>
      <p:pic>
        <p:nvPicPr>
          <p:cNvPr id="42" name="Google Shape;42;p1"/>
          <p:cNvPicPr preferRelativeResize="0"/>
          <p:nvPr/>
        </p:nvPicPr>
        <p:blipFill>
          <a:blip r:embed="rId9">
            <a:alphaModFix/>
          </a:blip>
          <a:stretch>
            <a:fillRect/>
          </a:stretch>
        </p:blipFill>
        <p:spPr>
          <a:xfrm>
            <a:off x="11600500" y="14967800"/>
            <a:ext cx="8961577" cy="47128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2014-03-24T10:25:31Z</dcterms:created>
  <dc:creator>mchmat</dc:creator>
</cp:coreProperties>
</file>